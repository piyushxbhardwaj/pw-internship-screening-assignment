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0">
          <p15:clr>
            <a:srgbClr val="A4A3A4"/>
          </p15:clr>
        </p15:guide>
        <p15:guide id="2" pos="189">
          <p15:clr>
            <a:srgbClr val="A4A3A4"/>
          </p15:clr>
        </p15:guide>
      </p15:sldGuideLst>
    </p:ext>
    <p:ext uri="GoogleSlidesCustomDataVersion2">
      <go:slidesCustomData xmlns:go="http://customooxmlschemas.google.com/" r:id="rId7" roundtripDataSignature="AMtx7mjZpPX5FX3sj/FUDgcwFvB+vgeW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0" orient="horz"/>
        <p:guide pos="18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3.jp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52927" y="1356340"/>
            <a:ext cx="4486145" cy="414532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.png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025" y="333375"/>
            <a:ext cx="8249330" cy="309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2021-03-30T07:44:01Z</dcterms:created>
  <dc:creator>physics wallah</dc:creator>
</cp:coreProperties>
</file>